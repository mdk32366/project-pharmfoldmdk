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FIRST QUESTION — “WHY NOT ALL 82?”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last three: a plan, not a wall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all three can be folded. 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three different problems, not one wall — one is a compute limitation we close now; two are resource-access problems held behind a named trigger.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905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042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04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NOW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706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IGF2R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ECD · ordered  ·  Compute limitation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40156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transient A6000 rental ceiling — not a size wall. Re-run on the rental tier; escalate one rung (H100 80 GB) if needed. Same recipe as the other 79.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315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Hours. One rental block, &lt;1 hr, ~$1/hr.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asterisk — directly comparable.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34840" y="210312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3042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304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3440" y="2706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4,030 aa · ordered cadherin  ·  Resource + method-seam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40156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single pass on 80 GB (cleanest if it runs), OR fold the cadherin-repeat stack in windows and stitch — always runs.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4315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A: one big pod. Route B: ~1–2 sessions.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48280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= a new boundary_method, labelled &amp; tested — like the Feature-4 caveat.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21040" y="2103120"/>
            <a:ext cx="333756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9050">
            <a:solidFill>
              <a:srgbClr val="B14A3B"/>
            </a:solidFill>
            <a:prstDash val="solid"/>
          </a:ln>
          <a:effectLst>
            <a:outerShdw sx="100000" sy="100000" kx="0" ky="0" algn="bl" rotWithShape="0" blurRad="76200" dist="25400" dir="5400000">
              <a:srgbClr val="CCCCCC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49640" y="2304288"/>
            <a:ext cx="1508760" cy="310896"/>
          </a:xfrm>
          <a:prstGeom prst="roundRect">
            <a:avLst>
              <a:gd name="adj" fmla="val 14706"/>
            </a:avLst>
          </a:prstGeom>
          <a:solidFill>
            <a:srgbClr val="B14A3B"/>
          </a:solidFill>
          <a:ln/>
        </p:spPr>
      </p:sp>
      <p:sp>
        <p:nvSpPr>
          <p:cNvPr id="23" name="Text 21"/>
          <p:cNvSpPr/>
          <p:nvPr/>
        </p:nvSpPr>
        <p:spPr>
          <a:xfrm>
            <a:off x="8549640" y="23042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ICE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49640" y="270662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MUC16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49640" y="3090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14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14,451 aa · disordered mucin  ·  Biology, not compute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49640" y="340156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end of the field's map, and largely intrinsically disordered. Fold ordered SEA domains, or the membrane-proximal window, or run it and report the disorder.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49640" y="43159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 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E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work ~1–2 sessions + an owner call on what a “MUC16 row” means.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49640" y="482803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 is producible; a whole-ECD feature set may not be.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109960" cy="749808"/>
          </a:xfrm>
          <a:prstGeom prst="roundRect">
            <a:avLst>
              <a:gd name="adj" fmla="val 7317"/>
            </a:avLst>
          </a:prstGeom>
          <a:solidFill>
            <a:srgbClr val="0E2A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6235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are on ice: 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n=12 they don't touch the result; MUC16's un-foldability is a stronger honesty artifact than a filled cell. </a:t>
            </a:r>
            <a:pPr algn="l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is external: </a:t>
            </a:r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C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validation of novelty, completeness becomes reproducibility — and a resourced lab (the UCLA path) is the natural executor.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PharmFoldMDK</a:t>
            </a:r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The last three targets · D-072 scoped plan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2026-08-01T15:37:12Z</dcterms:created>
  <dcterms:modified xsi:type="dcterms:W3CDTF">2026-08-01T15:37:12Z</dcterms:modified>
</cp:coreProperties>
</file>